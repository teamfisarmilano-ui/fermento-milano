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428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 spc="359">
                <a:solidFill>
                  <a:srgbClr val="F08019"/>
                </a:solidFill>
                <a:latin typeface="Jost"/>
              </a:rPr>
              <a:t>2 · ARRIVO A CASA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57400"/>
            <a:ext cx="87630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7200" b="0" i="0">
                <a:solidFill>
                  <a:srgbClr val="F3ECE2"/>
                </a:solidFill>
                <a:latin typeface="Bodoni Moda"/>
              </a:rPr>
              <a:t>Ha suonato</a:t>
            </a:r>
          </a:p>
          <a:p>
            <a:pPr algn="ctr">
              <a:lnSpc>
                <a:spcPct val="104000"/>
              </a:lnSpc>
            </a:pPr>
            <a:r>
              <a:rPr sz="7200" b="0" i="0">
                <a:solidFill>
                  <a:srgbClr val="F3ECE2"/>
                </a:solidFill>
                <a:latin typeface="Bodoni Moda"/>
              </a:rPr>
              <a:t>il corriere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0750" y="5905500"/>
            <a:ext cx="5905500" cy="4191000"/>
          </a:xfrm>
          <a:prstGeom prst="rect">
            <a:avLst/>
          </a:prstGeom>
          <a:noFill/>
          <a:ln w="19050">
            <a:solidFill>
              <a:srgbClr val="4C4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ottiglia-ros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6667500"/>
            <a:ext cx="552450" cy="2667000"/>
          </a:xfrm>
          <a:prstGeom prst="rect">
            <a:avLst/>
          </a:prstGeom>
        </p:spPr>
      </p:pic>
      <p:pic>
        <p:nvPicPr>
          <p:cNvPr id="7" name="Picture 6" descr="bottiglia-aran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6667500"/>
            <a:ext cx="476250" cy="2667000"/>
          </a:xfrm>
          <a:prstGeom prst="rect">
            <a:avLst/>
          </a:prstGeom>
        </p:spPr>
      </p:pic>
      <p:pic>
        <p:nvPicPr>
          <p:cNvPr id="8" name="Picture 7" descr="bottiglia-vio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6667500"/>
            <a:ext cx="409575" cy="2667000"/>
          </a:xfrm>
          <a:prstGeom prst="rect">
            <a:avLst/>
          </a:prstGeom>
        </p:spPr>
      </p:pic>
      <p:pic>
        <p:nvPicPr>
          <p:cNvPr id="9" name="Picture 8" descr="bottiglia-gial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6667500"/>
            <a:ext cx="361950" cy="2667000"/>
          </a:xfrm>
          <a:prstGeom prst="rect">
            <a:avLst/>
          </a:prstGeom>
        </p:spPr>
      </p:pic>
      <p:pic>
        <p:nvPicPr>
          <p:cNvPr id="10" name="Picture 9" descr="bottiglia-ros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6667500"/>
            <a:ext cx="552450" cy="2667000"/>
          </a:xfrm>
          <a:prstGeom prst="rect">
            <a:avLst/>
          </a:prstGeom>
        </p:spPr>
      </p:pic>
      <p:pic>
        <p:nvPicPr>
          <p:cNvPr id="11" name="Picture 10" descr="bottiglia-aran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6667500"/>
            <a:ext cx="476250" cy="2667000"/>
          </a:xfrm>
          <a:prstGeom prst="rect">
            <a:avLst/>
          </a:prstGeom>
        </p:spPr>
      </p:pic>
      <p:pic>
        <p:nvPicPr>
          <p:cNvPr id="12" name="Picture 11" descr="bottiglia-vio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0" y="6667500"/>
            <a:ext cx="409575" cy="2667000"/>
          </a:xfrm>
          <a:prstGeom prst="rect">
            <a:avLst/>
          </a:prstGeom>
        </p:spPr>
      </p:pic>
      <p:pic>
        <p:nvPicPr>
          <p:cNvPr id="13" name="Picture 12" descr="bottiglia-gial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6667500"/>
            <a:ext cx="361950" cy="2667000"/>
          </a:xfrm>
          <a:prstGeom prst="rect">
            <a:avLst/>
          </a:prstGeom>
        </p:spPr>
      </p:pic>
      <p:pic>
        <p:nvPicPr>
          <p:cNvPr id="14" name="Picture 13" descr="bottiglia-ros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6667500"/>
            <a:ext cx="552450" cy="2667000"/>
          </a:xfrm>
          <a:prstGeom prst="rect">
            <a:avLst/>
          </a:prstGeom>
        </p:spPr>
      </p:pic>
      <p:pic>
        <p:nvPicPr>
          <p:cNvPr id="15" name="Picture 14" descr="bottiglia-aran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6667500"/>
            <a:ext cx="476250" cy="2667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28750" y="11239500"/>
            <a:ext cx="7429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550" b="0" i="0">
                <a:solidFill>
                  <a:srgbClr val="C9BEB1"/>
                </a:solidFill>
                <a:latin typeface="Jost"/>
              </a:rPr>
              <a:t>Dentro: 24 mignon in piedi, numerate, ognuna con la sua scheda. Nient'altro da fare fino al 1° dicembre.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8000" y="13525500"/>
            <a:ext cx="4191000" cy="952500"/>
          </a:xfrm>
          <a:prstGeom prst="rect">
            <a:avLst/>
          </a:prstGeom>
          <a:noFill/>
          <a:ln w="19050">
            <a:solidFill>
              <a:srgbClr val="F6D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8000" y="13811250"/>
            <a:ext cx="419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0" i="0" spc="419">
                <a:solidFill>
                  <a:srgbClr val="F6D01A"/>
                </a:solidFill>
                <a:latin typeface="Jost"/>
              </a:rPr>
              <a:t>ORDINA ENTRO IL [DATA]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5240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 spc="330">
                <a:solidFill>
                  <a:srgbClr val="9A8F82"/>
                </a:solidFill>
                <a:latin typeface="Jost"/>
              </a:rPr>
              <a:t>MIGNONEXPERIENCE.COM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E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1333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 spc="359">
                <a:solidFill>
                  <a:srgbClr val="7A2E8E"/>
                </a:solidFill>
                <a:latin typeface="Jost"/>
              </a:rPr>
              <a:t>3 · SITUAZIONI DI CONSUMO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000250"/>
            <a:ext cx="8572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50" b="0" i="0">
                <a:solidFill>
                  <a:srgbClr val="F6D01A"/>
                </a:solidFill>
                <a:latin typeface="Bodoni Mod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3909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 spc="434">
                <a:solidFill>
                  <a:srgbClr val="8E8378"/>
                </a:solidFill>
                <a:latin typeface="Jost"/>
              </a:rPr>
              <a:t>DICEMBRE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5334000"/>
            <a:ext cx="85725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5550" b="0" i="0">
                <a:solidFill>
                  <a:srgbClr val="F3ECE2"/>
                </a:solidFill>
                <a:latin typeface="Bodoni Moda"/>
              </a:rPr>
              <a:t>Stasera non decidi tu.</a:t>
            </a:r>
          </a:p>
          <a:p>
            <a:pPr algn="ctr">
              <a:lnSpc>
                <a:spcPct val="116000"/>
              </a:lnSpc>
            </a:pPr>
            <a:r>
              <a:rPr sz="5550" b="0" i="1">
                <a:solidFill>
                  <a:srgbClr val="F3ECE2"/>
                </a:solidFill>
                <a:latin typeface="Bodoni Moda"/>
              </a:rPr>
              <a:t>Decide la casella.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33975" y="7905750"/>
            <a:ext cx="9525" cy="857250"/>
          </a:xfrm>
          <a:prstGeom prst="rect">
            <a:avLst/>
          </a:prstGeom>
          <a:solidFill>
            <a:srgbClr val="4C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9144000"/>
            <a:ext cx="7620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2400" b="0" i="0">
                <a:solidFill>
                  <a:srgbClr val="B0A498"/>
                </a:solidFill>
                <a:latin typeface="Jost"/>
              </a:rPr>
              <a:t>Apri, versi, leggi tre righe sul produttore. Dieci minuti in cui non stai facendo altro.</a:t>
            </a:r>
          </a:p>
        </p:txBody>
      </p:sp>
      <p:pic>
        <p:nvPicPr>
          <p:cNvPr id="9" name="Picture 8" descr="bottiglia-ros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2382500"/>
            <a:ext cx="590550" cy="2857500"/>
          </a:xfrm>
          <a:prstGeom prst="rect">
            <a:avLst/>
          </a:prstGeom>
        </p:spPr>
      </p:pic>
      <p:pic>
        <p:nvPicPr>
          <p:cNvPr id="10" name="Picture 9" descr="bottiglia-aran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12382500"/>
            <a:ext cx="514350" cy="2857500"/>
          </a:xfrm>
          <a:prstGeom prst="rect">
            <a:avLst/>
          </a:prstGeom>
        </p:spPr>
      </p:pic>
      <p:pic>
        <p:nvPicPr>
          <p:cNvPr id="11" name="Picture 10" descr="bottiglia-vio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2382500"/>
            <a:ext cx="438150" cy="2857500"/>
          </a:xfrm>
          <a:prstGeom prst="rect">
            <a:avLst/>
          </a:prstGeom>
        </p:spPr>
      </p:pic>
      <p:pic>
        <p:nvPicPr>
          <p:cNvPr id="12" name="Picture 11" descr="bottiglia-gial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700" y="12382500"/>
            <a:ext cx="390525" cy="2857500"/>
          </a:xfrm>
          <a:prstGeom prst="rect">
            <a:avLst/>
          </a:prstGeom>
        </p:spPr>
      </p:pic>
      <p:pic>
        <p:nvPicPr>
          <p:cNvPr id="13" name="Picture 12" descr="bottigl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15049500"/>
            <a:ext cx="1524000" cy="1809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90010" y="17097375"/>
            <a:ext cx="4030980" cy="6134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50" b="1" i="0">
                <a:solidFill>
                  <a:srgbClr val="F3ECE2"/>
                </a:solidFill>
                <a:latin typeface="Montserrat"/>
              </a:rPr>
              <a:t>Mignon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0010" y="17688877"/>
            <a:ext cx="403098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25" b="0" i="0" spc="427">
                <a:solidFill>
                  <a:srgbClr val="A2968A"/>
                </a:solidFill>
                <a:latin typeface="Montserrat"/>
              </a:rPr>
              <a:t>LE PIÙ PICCOLE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